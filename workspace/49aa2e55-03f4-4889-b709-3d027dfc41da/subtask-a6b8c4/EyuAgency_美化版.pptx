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2B6CB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5669280"/>
            <a:ext cx="1097280" cy="109728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EyuAgency 重塑出海业务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8B2AC"/>
                </a:solidFill>
                <a:latin typeface="Calibri"/>
              </a:defRPr>
            </a:pPr>
            <a:r>
              <a:t>智能广告资产与资金管理平台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我们是专注为出海广告主及代理商提供底层支持的 SaaS 服务商。为您打通 Facebook、Google、TikTok 等 10+ 主流媒体渠道，实现开户、充值、资产授权的自动化与透明化。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486400"/>
            <a:ext cx="3044952" cy="54864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532120"/>
            <a:ext cx="3044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开始探索我们的方案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打破传统，直击出海广告管理痛点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为什么选择 EyuAgency？因为我们懂您的业务瓶颈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E5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371600"/>
            <a:ext cx="5029200" cy="1051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开户流程繁琐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多渠道来回切换，人工沟通成本高，进度不透明。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97480"/>
            <a:ext cx="411480" cy="411480"/>
          </a:xfrm>
          <a:prstGeom prst="ellipse">
            <a:avLst/>
          </a:prstGeom>
          <a:solidFill>
            <a:srgbClr val="E5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5029200" cy="1051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974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资金流转极慢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6324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充值减款依靠人工对账，容易出错且影响广告投放时效。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E5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7764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840480"/>
            <a:ext cx="5029200" cy="1051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319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资产管理混乱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9768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BM授权、解绑操作杂乱，坏账/封户资金退回困难。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166360"/>
            <a:ext cx="411480" cy="411480"/>
          </a:xfrm>
          <a:prstGeom prst="ellipse">
            <a:avLst/>
          </a:prstGeom>
          <a:solidFill>
            <a:srgbClr val="E5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074920"/>
            <a:ext cx="5029200" cy="1051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1663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无据可查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321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需求响应慢，缺乏操作日志，财务复盘极为困难。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7373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EyuAgency 解决方案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2468880"/>
            <a:ext cx="457200" cy="4572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5146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51460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一站式解决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3749039"/>
            <a:ext cx="457200" cy="4572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794759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79475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自动化流程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0" y="5029200"/>
            <a:ext cx="457200" cy="4572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5074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07492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透明化管理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四大核心模块，驱动业务高速运转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将复杂的操作转化为简单的鼠标点击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2286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极速开户流转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支持10+海外主流媒体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从申请提交 → 运营认领 → 审核下发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状态实时同步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支持单次批量添加账户及个性化时区配置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577840" cy="2286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691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智能资金调度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告别错账漏账！支持账户批量充值与减款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5603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子钱包余额精准校验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260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更支持封禁账户的'一键清零'兜底退款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守护资产安全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5577840" cy="2286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519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资产授权管理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系统级1对1授权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批量授权与解绑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杜绝数据串台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操作记录可追溯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023360"/>
            <a:ext cx="5577840" cy="2286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804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251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42519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客户工单闭环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7548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需求统一收口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20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批量极速处理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486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严谨审核批复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852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全程透明追踪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渠道覆盖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无缝对接 10+ 全球顶尖流量阵地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031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Facebook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21031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21031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5146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TikTok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21031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Twitter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21031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25146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Snapchat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9319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43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KWAI</a:t>
            </a:r>
          </a:p>
        </p:txBody>
      </p:sp>
      <p:sp>
        <p:nvSpPr>
          <p:cNvPr id="19" name="Oval 18"/>
          <p:cNvSpPr/>
          <p:nvPr/>
        </p:nvSpPr>
        <p:spPr>
          <a:xfrm>
            <a:off x="3474720" y="39319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343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Taboola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0" y="39319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343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VK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39319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343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Bing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3931920"/>
            <a:ext cx="1645920" cy="12801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4343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极速开户引擎，全流程可视化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从客户提交到账户下发，节点状态实时追踪，大幅缩短开户等待期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48463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645920"/>
            <a:ext cx="914400" cy="9144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客户提交申请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智能筛选平台/端口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支持一键批量填写（单次至多5个账户）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精细化配置时区/推广链接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60520" y="3566160"/>
            <a:ext cx="22860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40"/>
            <a:ext cx="3657600" cy="48463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0" y="1645920"/>
            <a:ext cx="914400" cy="9144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87451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专属运营认领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后台运营人员定向认领开户任务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86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状态秒变'审核中'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891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责任到人，告别需求石沉大海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92440" y="3566160"/>
            <a:ext cx="228600" cy="228600"/>
          </a:xfrm>
          <a:prstGeom prst="rightArrow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463040"/>
            <a:ext cx="3657600" cy="48463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1645920"/>
            <a:ext cx="914400" cy="914400"/>
          </a:xfrm>
          <a:prstGeom prst="ellipse">
            <a:avLst/>
          </a:prstGeom>
          <a:solidFill>
            <a:srgbClr val="804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87451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27432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极速审核与分配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3832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运营高效匹配底层可用账户并完成授权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886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5568"/>
                </a:solidFill>
                <a:latin typeface="Calibri"/>
              </a:defRPr>
            </a:pPr>
            <a:r>
              <a:t>• 若遇异常驳回，自动通知客户修改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智能资金与资产管家，确保资产绝对安全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从批量建号、精细化授权到秒级资金调度，全方位护航您的出海资产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1737360"/>
            <a:ext cx="914400" cy="9144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海量账户批量导入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✓ 提供标准化 Excel 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59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✓ 支持一键批量导入账户明细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✓ 包含主体、编号、小类、时区、BM归属等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486400" cy="484632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1737360"/>
            <a:ext cx="914400" cy="9144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96596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严谨的1对1授权解绑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747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✓ 系统级校验：一个账户仅限授权给一个客户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023359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✓ 杜绝数据串台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7200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✓ 支持批量授权与解绑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客户工单闭环，打造极致服务体验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充值、减款、解绑、清零等诉求统一收口，响应效率肉眼可见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48463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645920"/>
            <a:ext cx="914400" cy="9144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需求统一汇聚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客户在前端发起的任何资金变动、</a:t>
            </a:r>
            <a:br/>
            <a:r>
              <a:t>BM授权/解绑申请，瞬间直达后台任务池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3566160"/>
            <a:ext cx="22860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657600" cy="48463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1645920"/>
            <a:ext cx="914400" cy="9144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87451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批量极速处理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系统自动分配任务，批量处理</a:t>
            </a:r>
            <a:br/>
            <a:r>
              <a:t>资金充值、减款等操作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92440" y="3566160"/>
            <a:ext cx="228600" cy="228600"/>
          </a:xfrm>
          <a:prstGeom prst="rightArrow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657600" cy="48463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1645920"/>
            <a:ext cx="914400" cy="914400"/>
          </a:xfrm>
          <a:prstGeom prst="ellipse">
            <a:avLst/>
          </a:prstGeom>
          <a:solidFill>
            <a:srgbClr val="804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87451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74320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02C"/>
                </a:solidFill>
                <a:latin typeface="Calibri"/>
              </a:defRPr>
            </a:pPr>
            <a:r>
              <a:t>严谨审核批复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8328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5568"/>
                </a:solidFill>
                <a:latin typeface="Calibri"/>
              </a:defRPr>
            </a:pPr>
            <a:r>
              <a:t>财务/主管核对金额与要求，点击【通过/拒绝】</a:t>
            </a:r>
            <a:br/>
            <a:r>
              <a:t>审核金额、时间、操作人、备注信息被永久记录入库，不可篡改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业务洞察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全维度数据监控，决策有据可依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1737360"/>
            <a:ext cx="914400" cy="9144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实时余额监控看板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• 全局掌控所有广告账户的预交消耗、花费上限及实时余额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• 提前规避余额不足导致的停投风险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486400" cy="484632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92440" y="1737360"/>
            <a:ext cx="914400" cy="9144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A202C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全量数据一键导出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7472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• 开户记录、资金流水、账户明细均支持 Excel 高清格式导出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11480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• 极大降低企业财务月底复盘工作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品牌力量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客户拥有专属后台，全方位增强品牌力量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46304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914400" cy="9144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91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一站式自助操作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客户登录专属后台，即可自助提交开户、充值、减款、授权等操作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146304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474720"/>
            <a:ext cx="914400" cy="9144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29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操作进度全透明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319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每一笔资金变动与账户申请的流转状态，客户在后台均能实时追踪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11274552" cy="146304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212080"/>
            <a:ext cx="914400" cy="914400"/>
          </a:xfrm>
          <a:prstGeom prst="ellipse">
            <a:avLst/>
          </a:prstGeom>
          <a:solidFill>
            <a:srgbClr val="804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1663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02C"/>
                </a:solidFill>
                <a:latin typeface="Calibri"/>
              </a:defRPr>
            </a:pPr>
            <a:r>
              <a:t>提升企业专业形象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6692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5568"/>
                </a:solidFill>
                <a:latin typeface="Calibri"/>
              </a:defRPr>
            </a:pPr>
            <a:r>
              <a:t>专属品牌域名、定制皮肤，增强客户信任度与专业形象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灵活的订阅方案，伴随您的业务增长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8B2AC"/>
                </a:solidFill>
                <a:latin typeface="Calibri"/>
              </a:defRPr>
            </a:pPr>
            <a:r>
              <a:t>选择最适合您当前阶段的方案，支持随时平滑升级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63040"/>
            <a:ext cx="5788152" cy="5029200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5394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365D"/>
                </a:solidFill>
                <a:latin typeface="Arial Black"/>
              </a:defRPr>
            </a:pPr>
            <a:r>
              <a:t>基础版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5394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B6CB0"/>
                </a:solidFill>
                <a:latin typeface="Calibri"/>
              </a:defRPr>
            </a:pPr>
            <a:r>
              <a:t>$299/月度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0175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5568"/>
                </a:solidFill>
                <a:latin typeface="Calibri"/>
              </a:defRPr>
            </a:pPr>
            <a:r>
              <a:t>季度: $688  |  年度: $2188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204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24小时自动收款 (费率 0.40%)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862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一键发票生成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519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账号席位：2000个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6177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中/英/越 语言本地化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9834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无限量商户席位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492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全站消息通知 &amp; 资金预警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7150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多媒体平台支持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0807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02C"/>
                </a:solidFill>
                <a:latin typeface="Calibri"/>
              </a:defRPr>
            </a:pPr>
            <a:r>
              <a:t>✓ 自定义品牌域名 &amp; 定制皮肤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457200"/>
            <a:ext cx="2286000" cy="228600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t>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8B2AC"/>
                </a:solidFill>
                <a:latin typeface="Calibri"/>
              </a:defRPr>
            </a:pPr>
            <a:r>
              <a:t>感谢您的聆听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期待与您携手，共创出海业务新高度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